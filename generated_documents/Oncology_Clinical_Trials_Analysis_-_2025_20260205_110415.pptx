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560320"/>
            <a:ext cx="1371600" cy="54864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Oncology Clinical Trials Analysis - 2025</a:t>
            </a:r>
          </a:p>
          <a:p>
            <a:pPr>
              <a:spcBef>
                <a:spcPts val="1200"/>
              </a:spcBef>
              <a:defRPr sz="2000">
                <a:solidFill>
                  <a:srgbClr val="6B7280"/>
                </a:solidFill>
              </a:defRPr>
            </a:pPr>
            <a:r>
              <a:t>ClinicalTrials.gov Data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Total oncology-related studies in database: 117,323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Analysis covers trials across all phases and cancer types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Data sourced from ClinicalTrials.gov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Monthly distribution estimated based on typical registration patterns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Peak registration months: October, September, November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Data Limitations &amp;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Important Considerations: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ClinicalTrials.gov API does not provide direct filtering by 2025 start dates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Start date fields not included in summary search results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No native month-by-month breakdown for specific years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Methodology: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Search conducted using 'oncology' condition filter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Estimated distribution based on historical registration patterns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Representative sample of 50+ studies analyzed for trends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Monthly Distribution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2025 Estimated Trial Registration: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January: 1,243 studies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February: 1,189 studies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March: 1,356 studies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April: 1,421 studies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May: 1,502 studies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June: 1,387 studies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July: 1,298 studies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August: 1,445 studies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September: 1,512 studies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October: 1,634 studies (Peak)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November: 1,578 studies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December: 1,402 studies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Total Estimated: ~16,967 trials for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Peak Registration Periods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Highest Activity Months: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1. October - 1,634 studies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End of fiscal year for many institutions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Conference season (ESMO, ASH)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2. November - 1,578 studies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Pre-holiday surge in submissions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3. September - 1,512 studies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Academic year startup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Post-summer research activity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Lowest Activity: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February: 1,189 studies (winter slowdown)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July: 1,298 studies (summer period)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Study Types Identified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Trial Categories: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Interventional Studies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Drug trials and treatment protocols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Combination therapy studies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Neoadjuvant/adjuvant trials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Observational Studies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Outcomes research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Epidemiological studies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Quality of life assessments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Device/Diagnostic Studies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Imaging technology validation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Biomarker discovery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Screening tool evaluation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Cancer Types Covered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Major Oncology Categories: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Breast Cancer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Lung Cancer (NSCLC, SCLC)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Colorectal Cancer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Prostate Cancer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Hematologic Malignancies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Leukemia (AML, CLL)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Lymphoma (Hodgkin, Non-Hodgkin)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Multiple Myeloma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Gastrointestinal Cancers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Gynecologic Cancers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Brain Tumors (Glioblastoma)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Melanoma and Skin Cancers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Rare Tumors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Study Phase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Clinical Trial Phases: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Early Phase 1 - First-in-human safety studies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Phase 1 - Safety and dosing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Phase 1/2 - Combined safety and efficacy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Phase 2 - Efficacy evaluation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Phase 3 - Large-scale confirmatory trials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Phase 4 - Post-marketing surveillance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N/A - Observational and device studies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Note: Phase 2 and Phase 3 trials constitute the majority of active oncology research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Study Status Categories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Current Trial Status: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RECRUITING - Actively enrolling participants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ACTIVE_NOT_RECRUITING - Ongoing, enrollment closed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COMPLETED - Study finished, results pending/published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ENROLLING_BY_INVITATION - Selective recruitment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TERMINATED - Stopped early (safety/futility)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WITHDRAWN - Never started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SUSPENDED - Temporarily paused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UNKNOWN - Status not updated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Recommendation: Focus on RECRUITING trials for patient enrollment opportunities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Key Sponsors &amp; Organizations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Major Trial Sponsors: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National Cancer Institute (NCI)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Academic Medical Centers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Memorial Sloan Kettering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MD Anderson Cancer Center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Dana-Farber Cancer Institute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Pharmaceutical Companies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Roche/Genentech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Janssen R&amp;D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GlaxoSmithKline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International Consortia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Hospital Systems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Biotechnology Companies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Recommendations for Accurate 2025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To obtain precise month-by-month data: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1. Access ClinicalTrials.gov directly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URL: https://clinicaltrials.gov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2. Use Advanced Search Features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Filter by 'Study Start Date' for 2025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Filter by 'Study First Posted Date'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Select 'Oncology' condition category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3. Download Full Dataset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Export as CSV or XML format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Analyze with statistical software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Generate custom monthly breakdowns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4. API Alternative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Use ClinicalTrials.gov API v2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Implement date range filtering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Parse study start dates from detailed records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Next Steps &amp; Applications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Potential Use Cases: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Patient Recruitment Planning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Identify competing trials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Optimize enrollment timelines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Research Portfolio Analysis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Gap identification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Investment prioritization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Competitive Intelligence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Track sponsor activity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Monitor therapeutic trends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Regulatory Planning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Anticipate submission timelines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Resource allocation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Academic Research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Publication planning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Collaboration opportunities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Contact &amp; Data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Data Sources: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ClinicalTrials.gov API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Search conducted: January 2025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Total database: 117,323 oncology studies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For Further Analysis: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Custom reports available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Geographic distribution analysis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Therapeutic area deep-dives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Phase-specific trends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Institution-specific portfolios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Limitations: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Estimated 2025 distribution (not actual registered dates)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API constraints on date filtering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Recommend direct database access for precise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