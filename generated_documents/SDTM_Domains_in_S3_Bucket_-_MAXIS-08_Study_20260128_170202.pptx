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SDTM Domains in S3 Bucket - MAXIS-08 Study</a:t>
            </a:r>
          </a:p>
          <a:p>
            <a:pPr>
              <a:spcBef>
                <a:spcPts val="1200"/>
              </a:spcBef>
              <a:defRPr sz="2000">
                <a:solidFill>
                  <a:srgbClr val="6B7280"/>
                </a:solidFill>
              </a:defRPr>
            </a:pPr>
            <a:r>
              <a:t>Comprehensive Domain Analysis and Source File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Study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Study ID: MAXIS-08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Files: 48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Records: 19,076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Source: s3dcri/incoming/EDC Data.zip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Identified SDTM Domains: 8 confirmed domains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Mapped Records: 14,666 (77%)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Unmapped Records: 4,410 (23%)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Confirmed SDTM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AE - Adverse Events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CM - Concomitant Medications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DM - Demographics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EG - Electrocardiogram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5. EX - Exposure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6. LB - Laboratory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7. PE - Physical Examination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8. VS - Vital Signs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All domains are pending conversion to SDTM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AE - Adverse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Domain: AE (Events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Description: Adverse Events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Source Files: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AEVENT.csv - 550 records, 38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AEVENTC.csv - 276 records, 36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Records: 826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Status: Pending conversion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Key Variables Expected: AETERM, AEDECOD, AESTDTC, AESER, AESEV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CM - Concomitant Medications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Domain: CM (Interventions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Description: Concomitant Medications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Source Files: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CONMEDS.csv - 302 records, 38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CONMEDSC.csv - 302 records, 34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Records: 604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Status: Pending conversion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Key Variables Expected: CMTRT, CMDECOD, CMSTDTC, CMENDTC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DM - Demographics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Domain: DM (Special Purpose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Description: Demographics (One record per subject)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Source Files: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DEMO.csv - 16 records, 12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Records: 16 (16 subjects enrolled)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Status: Pending conversion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Key Variables Expected: USUBJID, AGE, SEX, RACE, ETHNIC, ARMCD, ARM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EG &amp; EX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EG - Electrocardiogram (Findings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ECG.csv - 60 records, 11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Key Variables: EGTESTCD, EGTEST, EGORRES, EGSTRESC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Status: Pending conversion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EX - Exposure (Interventions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DOSE.csv - 271 records, 21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Study drug dosing information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Key Variables: EXTRT, EXDOSE, EXDOSU, EXSTDTC, EXENDTC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Status: Pending conversion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LB - Laboratory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Domain: LB (Findings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Description: Laboratory Test Results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Source Files: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HEMLAB.csv - 1,726 records, 14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CHEMLAB.csv - 3,326 records, 13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HEMLABD.csv - 1,757 records, 29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CHEMLABD.csv - 3,387 records, 31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Records: 10,196 (largest domain)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Categories: Hematology and Chemistry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Status: Pending conversion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Note: May require horizontal to vertical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PE &amp; VS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PE - Physical Examination (Findings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PHYSEXAM.csv - 2,169 records, 14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Physical examination findings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Key Variables: PETESTCD, PETEST, PEORRES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Status: Pending conversion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VS - Vital Signs (Findings Class)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VITALS.csv - 536 records, 21 columns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Vital signs measurements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Key Variables: VSTESTCD, VSTEST, VSORRES, VSORRESU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Status: Pending conversion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Unmapped Files - Potential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Additional files requiring domain mapping analysis: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INEXCRT.csv, ELIG.csv → Likely IE (Inclusion/Exclusion)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SURGHX.csv, GMEDHX.csv, DISHX.csv → Likely MH (Medical History)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DEATHGEN.csv → Likely DS (Disposition)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QS.csv, QSQS.csv, ECOGSAMP.csv → Likely QS (Questionnaires)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URINLAB.csv → Likely LB (Urinalysis)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PKCRF.csv → Likely PC (Pharmacokinetics)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TARTUMR.csv, NONTUMR.csv → Likely TR (Tumor Results)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Unmapped Records: 4,410 (23.1%)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Domain Distribution by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Record Count by Domain: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LB (Laboratory) - 10,196 records (53%)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Unmapped Files - 4,410 records (23%)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PE (Physical Exam) - 2,169 records (11%)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AE (Adverse Events) - 826 records (4%)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5. CM (Concomitant Meds) - 604 records (3%)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6. VS (Vital Signs) - 536 records (3%)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7. EX (Exposure) - 271 records (1%)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8. EG (ECG) - 60 records (&lt;1%)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9. DM (Demographics) - 16 records (&lt;1%)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Summary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Study: MAXIS-08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Confirmed SDTM Domains: 8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Source Files: 48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Records: 19,076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Mapped Records: 14,666 (76.9%)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Unmapped Records: 4,410 (23.1%)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Largest Domain: LB (Laboratory) - 10,196 records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Subject Count: 16 subjects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Quality: Ready for conversion and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Next Steps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Convert 8 confirmed domains to SDTM format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Use AI-powered intelligent mapping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Apply CDISC SDTM-IG 3.4 specifications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Analyze unmapped source files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Determine appropriate SDTM domains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Create mapping specifications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Validate converted SDTM datasets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Run Pinnacle 21 validation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Apply FDA conformance rules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Target &gt;95% compliance score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Generate submission-ready deliverables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Define.xml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Reviewer's Guide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Data transfer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