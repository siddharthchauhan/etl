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Test Presentation</a:t>
            </a:r>
          </a:p>
          <a:p>
            <a:pPr>
              <a:spcBef>
                <a:spcPts val="1200"/>
              </a:spcBef>
              <a:defRPr sz="2000">
                <a:solidFill>
                  <a:srgbClr val="6B7280"/>
                </a:solidFill>
              </a:defRPr>
            </a:pPr>
            <a:r>
              <a:t>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277295" y="640080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B7280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Slide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97280" cy="36576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>
                <a:solidFill>
                  <a:srgbClr val="1A1A2E"/>
                </a:solidFill>
              </a:defRPr>
            </a:pPr>
            <a:r>
              <a:t>Hello World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