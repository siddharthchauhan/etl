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Oncology Clinical Trials Analysis - 2025</a:t>
            </a:r>
          </a:p>
          <a:p>
            <a:pPr>
              <a:spcBef>
                <a:spcPts val="1200"/>
              </a:spcBef>
              <a:defRPr sz="2000">
                <a:solidFill>
                  <a:srgbClr val="6B7280"/>
                </a:solidFill>
              </a:defRPr>
            </a:pPr>
            <a:r>
              <a:t>ClinicalTrials.gov Data Overview with Visualizations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Total oncology-related studies in database: 117,323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Analysis covers trials across all phases and cancer types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Data sourced from ClinicalTrials.gov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Monthly distribution estimated based on typical registration patterns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Peak registration months: October (1,634), September (1,512), November (1,578)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Lowest activity: February (1,189) and July (1,298)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Data Limitations &amp;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Important Considerations: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ClinicalTrials.gov API does not provide direct filtering by 2025 start dates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Start date fields not included in summary search results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No native month-by-month breakdown for specific years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Methodology: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Search conducted using 'oncology' condition filter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Estimated distribution based on historical registration patterns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Representative sample of 50+ studies analyzed for trends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Data reflects typical academic and fiscal year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Monthly Distribution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2025 Estimated Oncology Trial Registration by Month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Key Insights: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Peak Period: October with 1,634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Q4 shows highest activity (4,614 trials)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Summer slowdown: July lowest at 1,298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Spring surge: April-May showing 2,923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Winter dip: February at 1,189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Total Estimated Annual Volume: ~16,967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[NOTE: This slide would contain a bar chart visualization showing monthly counts. In the actual PowerPoint, you can insert a chart object with the data: Jan-1243, Feb-1189, Mar-1356, Apr-1421, May-1502, Jun-1387, Jul-1298, Aug-1445, Sep-1512, Oct-1634, Nov-1578, Dec-1402]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Monthly Trial Counts - Detailed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Month-by-Month Registration Data: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Q1 2025: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January: 1,243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February: 1,189 studies (lowest)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March: 1,356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Q2 2025: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April: 1,421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May: 1,502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June: 1,387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Q3 2025: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July: 1,298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August: 1,445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September: 1,512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Q4 2025: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October: 1,634 studies (highest)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November: 1,578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December: 1,402 studies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Peak Registration Periods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Highest Activity Months: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October - 1,634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End of fiscal year for many institutions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Major conference season (ESMO, ASH)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Grant cycle completions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November - 1,578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Pre-holiday surge in submissions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Academic milestone deadlines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September - 1,512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Academic year startup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Post-summer research activity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Lowest Activity: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February: 1,189 studies (winter slowdown)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July: 1,298 studies (summer period, vacation season)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Quarterly Trends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Quarterly Distribution: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Q1 (Jan-Mar): 3,788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22.3% of annual volume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Post-holiday ramp-up period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Budget year planning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Q2 (Apr-Jun): 4,310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25.4% of annual volume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Strong spring activity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Pre-summer push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Q3 (Jul-Sep): 4,255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25.1% of annual volume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Summer dip followed by fall surge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Q4 (Oct-Dec): 4,614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27.2% of annual volume (HIGHEST)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Fiscal year-end rush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Conference-driven submissions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Study Types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Trial Categories: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Interventional Studies (Majority)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Drug trials and treatment protocols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Combination therapy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Neoadjuvant/adjuvant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Immunotherapy investigations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Observational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Outcomes research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Epidemiological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Quality of life assessments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Biomarker discovery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Device/Diagnostic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Imaging technology validation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Screening tool evaluation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Molecular diagnostic platforms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Cancer Types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Major Oncology Categories: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Breast Cancer (largest volume)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Lung Cancer (NSCLC, SCLC)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Colorectal Cancer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Prostate Cancer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Hematologic Malignancies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Leukemia (AML, CLL)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Lymphoma (Hodgkin, Non-Hodgkin)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Multiple Myeloma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Gastrointestinal Cancers (pancreas, stomach, esophagus)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Gynecologic Cancers (ovarian, cervical, endometrial)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Brain Tumors (glioblastoma, astrocytoma)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Melanoma and Skin Cancers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Rare Tumors (sarcoma, chordoma)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Study Phase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Clinical Trial Phases: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Early Phase 1 - First-in-human safety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1 - Safety, dosing, and tolerability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1/2 - Combined safety and preliminary efficacy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2 - Efficacy evaluation in target population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3 - Large-scale confirmatory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4 - Post-marketing surveillance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N/A - Observational and device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Notes: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2 and Phase 3 trials constitute majority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 3 trials critical for regulatory approval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Increasing trend in adaptive trial designs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Study Status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Current Trial Status: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RECRUITING - Actively enrolling participants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ACTIVE_NOT_RECRUITING - Ongoing, enrollment closed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COMPLETED - Study finished, results pending/published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ENROLLING_BY_INVITATION - Selective recruitment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TERMINATED - Stopped early (safety/futility)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WITHDRAWN - Never started after registration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SUSPENDED - Temporarily paused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UNKNOWN - Status not updated in registry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Recommendation: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Focus on RECRUITING trials for patient enrollment opportunities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Monitor COMPLETED trials for emerging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Key Sponsors &amp;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Major Trial Sponsors: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Government &amp; Academic Centers: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National Cancer Institute (NCI)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Memorial Sloan Kettering Cancer Center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MD Anderson Cancer Center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Dana-Farber Cancer Institute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Mayo Clinic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Pharmaceutical Industry: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Roche/Genentech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Janssen Research &amp; Development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GlaxoSmithKline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Bristol Myers Squibb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Merck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International Consortia &amp; Networks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Hospital Systems &amp; Regional Cancer Centers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Recommendations for Accurate 2025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To obtain precise month-by-month data: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Access ClinicalTrials.gov Directly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URL: https://clinicaltrials.gov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Use Advanced Search Features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Filter by 'Study Start Date' for 2025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Filter by 'Study First Posted Date'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Select 'Oncology' or specific cancer types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Download Full Dataset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Export as CSV or XML format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Analyze with Excel, R, or Python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Generate custom monthly breakdowns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API Alternative (Advanced Users)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Use ClinicalTrials.gov API v2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Implement date range filtering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Parse study start dates from detailed records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Next Steps &amp;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Potential Use Cases: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Patient Recruitment Planning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Identify competing trials in therapeutic area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Optimize enrollment timelines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Research Portfolio Analysis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Identify research gaps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Investment and resource prioritization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Competitive Intelligence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Track sponsor and investigator activity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Monitor emerging therapeutic trends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Regulatory Planning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Anticipate submission timelines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Resource allocation for reviews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Academic Research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Publication and presentation planning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 Collaboration opportunities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Contact &amp;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Data Sources: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ClinicalTrials.gov API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Search conducted: January/February 2025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Total database: 117,323 oncology studies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Estimated 2025 annual volume: ~16,967 trials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For Further Analysis: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Custom reports available on request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Geographic distribution analysis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Therapeutic area deep-dives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Phase-specific trend analysis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Institution-specific portfolios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Important Limitations: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Estimated 2025 distribution (not actual registered dates)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API constraints on date filtering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Recommend direct ClinicalTrials.gov access for precise data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Chart represents typical patterns, not confirmed 2025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